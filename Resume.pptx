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DM Sans" charset="1" panose="00000000000000000000"/>
      <p:regular r:id="rId7"/>
    </p:embeddedFont>
    <p:embeddedFont>
      <p:font typeface="DM Sans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139" y="3716445"/>
            <a:ext cx="666000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Translated complex client requirements into clean, maintainable code, delivering functional software solutions on schedule.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Optimized application performance and enhanced user interfaces by leveraging modern state management and efficient API integrations.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Collaborated with stakeholders to iteratively design, test, debug, and deploy full-stack features from conception through to production environments.</a:t>
            </a:r>
          </a:p>
          <a:p>
            <a:pPr algn="just">
              <a:lnSpc>
                <a:spcPts val="14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66139" y="490324"/>
            <a:ext cx="367462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AMIT KUMAR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6828" y="1299257"/>
            <a:ext cx="491331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mamit264448@gmail.com | 7678497678 | Gurugram,Haryana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6614" y="943079"/>
            <a:ext cx="301352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199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Software Developer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139" y="1709467"/>
            <a:ext cx="2373637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PROFESSIONAL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139" y="2915087"/>
            <a:ext cx="223149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WORK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6139" y="5024545"/>
            <a:ext cx="223149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139" y="6389795"/>
            <a:ext cx="223149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SKILLS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139" y="1974262"/>
            <a:ext cx="666000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Driven Computer Science student and software developer with a strong foundation in Python, complex data structures, and algorithmic problem-solving. Passionate about transitioning full-stack development skills into Artificial Intelligence, with a keen interest in building predictive models, optimizing data pipelines, and developing intelligent applications that solve real-world problems.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30679" y="3275132"/>
            <a:ext cx="1459459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  <a:spcBef>
                <a:spcPct val="0"/>
              </a:spcBef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Oct 2023 - Present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139" y="3275132"/>
            <a:ext cx="2497211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Developer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0139" y="3477685"/>
            <a:ext cx="2497211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Freelance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0139" y="1215466"/>
            <a:ext cx="6660000" cy="47625"/>
            <a:chOff x="0" y="0"/>
            <a:chExt cx="2386794" cy="170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6794" cy="17068"/>
            </a:xfrm>
            <a:custGeom>
              <a:avLst/>
              <a:gdLst/>
              <a:ahLst/>
              <a:cxnLst/>
              <a:rect r="r" b="b" t="t" l="l"/>
              <a:pathLst>
                <a:path h="17068" w="2386794">
                  <a:moveTo>
                    <a:pt x="0" y="0"/>
                  </a:moveTo>
                  <a:lnTo>
                    <a:pt x="2386794" y="0"/>
                  </a:lnTo>
                  <a:lnTo>
                    <a:pt x="2386794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86794" cy="4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79125" y="5951010"/>
            <a:ext cx="182432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Aug 2023 - June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9125" y="5324097"/>
            <a:ext cx="2895981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Bachelor of Science (Computer Science)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9125" y="5516502"/>
            <a:ext cx="259169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Central University of Rajasthan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Final CGPA: 7.10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9125" y="6692690"/>
            <a:ext cx="3363230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Languages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: JavaScript, Python, HTML, CSS, C, C++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Frameworks &amp; Libraries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: React, Node.js, Dja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ngo, Flask, Tailwind CSS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AI/ML Libraries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: Scikit-Learn, Pandas, NumPy, TensorFlow / PyTorch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802632" y="6692690"/>
            <a:ext cx="336323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Databases &amp; Cloud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: Firebase, MongoDB Atlas, MySQL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Cor</a:t>
            </a:r>
            <a:r>
              <a:rPr lang="en-US" b="true" sz="1100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e Concepts &amp; Tools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: Data Structures &amp;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 Algor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ithms (DSA), Operat</a:t>
            </a: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ing Systems, Linux, Computer Network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842355" y="5951010"/>
            <a:ext cx="1641892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 Aug 2026 - Jun 2028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42355" y="5324097"/>
            <a:ext cx="328378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Master of Science (Computer Science)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42355" y="5516502"/>
            <a:ext cx="2712676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Central University of Rajasthan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Final CGPA: 7.10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DAHHUOfY5Xk</dc:identifier>
  <dcterms:modified xsi:type="dcterms:W3CDTF">2011-08-01T06:04:30Z</dcterms:modified>
  <cp:revision>1</cp:revision>
  <dc:title>Resume</dc:title>
</cp:coreProperties>
</file>